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pnews.com/press-release/marketersmedia/press-release-a8ed3ee45cf963d309db5995e4de2ced" TargetMode="External"/><Relationship Id="rId2" Type="http://schemas.openxmlformats.org/officeDocument/2006/relationships/hyperlink" Target="https://apnews.com/press-release/marketersmedia/press-release-d48f281f6c1f65d645e37a4bc3f5a222" TargetMode="External"/><Relationship Id="rId3" Type="http://schemas.openxmlformats.org/officeDocument/2006/relationships/hyperlink" Target="https://www.indystar.com/press-release/story/98580/eteacher-group-launches-longevity-life-academy-to-teach-the-longevity-protocol-the-wealthy-pay-millions-for/" TargetMode="External"/><Relationship Id="rId4" Type="http://schemas.openxmlformats.org/officeDocument/2006/relationships/hyperlink" Target="https://www.cincinnati.com/press-release/story/98336/eteacher-group-launches-longevity-life-academy-to-teach-the-longevity-protocol-the-wealthy-pay-millions-for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treetinsider.com/The+Financial+Capital/Julie+Gibson+Clark+%E2%80%94+Who+Out-Aged+Bryan+Johnson+at+the+Rejuvenation+Olympics+%E2%80%94+Joins+eTeacher%27s+Longevity+Life+Academy+Faculty/26806449.html" TargetMode="External"/><Relationship Id="rId2" Type="http://schemas.openxmlformats.org/officeDocument/2006/relationships/hyperlink" Target="https://www.barchart.com/story/news/3429825/julie-gibson-clark-who-out-aged-bryan-johnson-at-the-rejuvenation-olympics-joins-eteachers-longevity-life-academy-faculty" TargetMode="External"/><Relationship Id="rId3" Type="http://schemas.openxmlformats.org/officeDocument/2006/relationships/hyperlink" Target="https://markets.financialcontent.com/streetinsider/news/article/marketersmedia-2026-7-23-julie-gibson-clark-who-out-aged-bryan-johnson-at-the-rejuvenation-olympics-joins-eteachers-longevity-life-academy-faculty" TargetMode="External"/><Relationship Id="rId4" Type="http://schemas.openxmlformats.org/officeDocument/2006/relationships/hyperlink" Target="https://news.marketersmedia.com/julie-gibson-clark-who-out-aged-bryan-johnson-at-the-rejuvenation-olympics-joins-eteachers-longevity-life-academy-faculty/89198680" TargetMode="External"/><Relationship Id="rId5" Type="http://schemas.openxmlformats.org/officeDocument/2006/relationships/hyperlink" Target="https://report.prnow.io/web/julie-gibson-clark-who-out-aged-bryan-johnson-at-the-rejuvenation-olympics-joins-eteacher-s-longevity-life-academy-faculty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pnews.com/press-release/marketersmedia/press-release-a8ed3ee45cf963d309db5995e4de2ced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dystar.com/press-release/story/98580/eteacher-group-launches-longevity-life-academy-to-teach-the-longevity-protocol-the-wealthy-pay-millions-for/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incinnati.com/press-release/story/98336/eteacher-group-launches-longevity-life-academy-to-teach-the-longevity-protocol-the-wealthy-pay-millions-for/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markets.financialcontent.com/streetinsider/news/article/marketersmedia-2026-7-23-julie-gibson-clark-who-out-aged-bryan-johnson-at-the-rejuvenation-olympics-joins-eteachers-longevity-life-academy-faculty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marketersmedia.com/julie-gibson-clark-who-out-aged-bryan-johnson-at-the-rejuvenation-olympics-joins-eteachers-longevity-life-academy-faculty/89198680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archart.com/story/news/3429825/julie-gibson-clark-who-out-aged-bryan-johnson-at-the-rejuvenation-olympics-joins-eteachers-longevity-life-academy-facult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E0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·  PUBLIC RELATIONS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Media Coverage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 + Round 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Life Academy  ·  eTeacher Group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3840480" cy="0"/>
          </a:xfrm>
          <a:prstGeom prst="line">
            <a:avLst/>
          </a:prstGeom>
          <a:noFill/>
          <a:ln w="12700">
            <a:solidFill>
              <a:srgbClr val="6A6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572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placement below was opened and HTTP-verified on 27 July 2026.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a direct article link — no index pages.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27 July 2026, 08:05 IDT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2286000"/>
          </a:xfrm>
          <a:prstGeom prst="rect">
            <a:avLst/>
          </a:prstGeom>
          <a:solidFill>
            <a:srgbClr val="15181C"/>
          </a:solidFill>
          <a:ln w="12700">
            <a:solidFill>
              <a:srgbClr val="2E3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F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article URLs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783080"/>
            <a:ext cx="2514600" cy="2286000"/>
          </a:xfrm>
          <a:prstGeom prst="rect">
            <a:avLst/>
          </a:prstGeom>
          <a:solidFill>
            <a:srgbClr val="15181C"/>
          </a:solidFill>
          <a:ln w="12700">
            <a:solidFill>
              <a:srgbClr val="2E35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F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593592" y="2999232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national-tier outlets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News ×2, USA TODAY ×2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514600" cy="2286000"/>
          </a:xfrm>
          <a:prstGeom prst="rect">
            <a:avLst/>
          </a:prstGeom>
          <a:solidFill>
            <a:srgbClr val="15181C"/>
          </a:solidFill>
          <a:ln w="12700">
            <a:solidFill>
              <a:srgbClr val="2E35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F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499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409944" y="2999232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syndicated links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Round 1 bundle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97696" y="1783080"/>
            <a:ext cx="2514600" cy="2286000"/>
          </a:xfrm>
          <a:prstGeom prst="rect">
            <a:avLst/>
          </a:prstGeom>
          <a:solidFill>
            <a:srgbClr val="15181C"/>
          </a:solidFill>
          <a:ln w="12700">
            <a:solidFill>
              <a:srgbClr val="2E3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6296" y="19659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FE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226296" y="2999232"/>
            <a:ext cx="21214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/ NBC / CBS affiliate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carrying the release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1091672" cy="1737360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in flight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3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and Business Insider are inside submission GLSYUK7, currently distributing. No public URL exists yet — they are not counted above. MarketWatch was never purchased. USA Today was rejected on 22 July and has not been republished.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National flagship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outlet authority. All four confirmed HTTP 200.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3657600"/>
                <a:gridCol w="1234440"/>
                <a:gridCol w="1005840"/>
                <a:gridCol w="2084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OUTLET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RELEASE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PUBLISHED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DIRECT LINK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News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Gibson Clark joins LLA faculty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apnews.com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News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eTeacher Group launches Longevity Life Academy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apnews.com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IndyStar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TODAY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eTeacher Group launches Longevity Life Academy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indystar.com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Cincinnati Enquirer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TODAY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eTeacher Group launches Longevity Life Academy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cincinnati.com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page loads verified 27 July 2026, 08:05 IDT.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Financial &amp; syndication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Trading-desk and market-data surfaces carrying the Julie Gibson Clark release.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651760"/>
                <a:gridCol w="3474720"/>
                <a:gridCol w="1234440"/>
                <a:gridCol w="1005840"/>
                <a:gridCol w="2084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OUTLET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IS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PUBLISHED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DIRECT LINK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StreetInsider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equities newsroom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streetinsider.com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Market-data and futures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barchart.com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Syndication layer feeding StreetInsider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financialcontent.com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MarketersMEDIA Newsroom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Originating wire newsroom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marketersmedia.com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distribution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499 syndicated links, one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Jul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u="sng" dirty="0">
                          <a:solidFill>
                            <a:srgbClr val="4FE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report.prnow.io →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page loads verified 27 July 2026, 08:05 IDT. StreetInsider blocks automated clients but resolves normally in a browser.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 News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71600"/>
            <a:ext cx="11128248" cy="4059936"/>
          </a:xfrm>
          <a:prstGeom prst="rect">
            <a:avLst/>
          </a:prstGeom>
          <a:solidFill>
            <a:srgbClr val="2E353B"/>
          </a:solidFill>
          <a:ln/>
        </p:spPr>
      </p:sp>
      <p:pic>
        <p:nvPicPr>
          <p:cNvPr id="6" name="Image 0" descr="/home/user/workspace/shots/ap1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11091672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apnews.com — the Associated Press newsroom. Headline and Julie Gibson Clark angle carried in full, published 23 July 2026.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IndyStar  ·  USA TODAY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71600"/>
            <a:ext cx="11128248" cy="3621024"/>
          </a:xfrm>
          <a:prstGeom prst="rect">
            <a:avLst/>
          </a:prstGeom>
          <a:solidFill>
            <a:srgbClr val="2E353B"/>
          </a:solidFill>
          <a:ln/>
        </p:spPr>
      </p:sp>
      <p:pic>
        <p:nvPicPr>
          <p:cNvPr id="6" name="Image 0" descr="/home/user/workspace/shots/indystar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11091672" cy="358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indystar.com — Indianapolis Star, a Gannett daily inside the USA TODAY Network. Full launch release with the $8 trillion market framing.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Cincinnati Enquirer  ·  USA TODAY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71600"/>
            <a:ext cx="11128248" cy="3621024"/>
          </a:xfrm>
          <a:prstGeom prst="rect">
            <a:avLst/>
          </a:prstGeom>
          <a:solidFill>
            <a:srgbClr val="2E353B"/>
          </a:solidFill>
          <a:ln/>
        </p:spPr>
      </p:sp>
      <p:pic>
        <p:nvPicPr>
          <p:cNvPr id="6" name="Image 0" descr="/home/user/workspace/shots/cincinnati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11091672" cy="3584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cincinnati.com — second Gannett daily inside the USA TODAY Network carrying the identical launch release.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05 /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StreetInsider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71600"/>
            <a:ext cx="11128248" cy="4288536"/>
          </a:xfrm>
          <a:prstGeom prst="rect">
            <a:avLst/>
          </a:prstGeom>
          <a:solidFill>
            <a:srgbClr val="2E353B"/>
          </a:solidFill>
          <a:ln/>
        </p:spPr>
      </p:sp>
      <p:pic>
        <p:nvPicPr>
          <p:cNvPr id="6" name="Image 0" descr="/home/user/workspace/shots/streetinsider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11091672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StreetInsider.com — institutional equities newsroom, served through the FinancialContent syndication layer. Published 23 July 2026, 10:55 AM EDT.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MarketersMEDIA Newsroom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1371600"/>
            <a:ext cx="11128248" cy="4114800"/>
          </a:xfrm>
          <a:prstGeom prst="rect">
            <a:avLst/>
          </a:prstGeom>
          <a:solidFill>
            <a:srgbClr val="2E353B"/>
          </a:solidFill>
          <a:ln/>
        </p:spPr>
      </p:sp>
      <p:pic>
        <p:nvPicPr>
          <p:cNvPr id="6" name="Image 0" descr="/home/user/workspace/shots/marketersmedia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89888"/>
            <a:ext cx="11091672" cy="40782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news.marketersmedia.com — the originating wire newsroom. Contact block shows Harel Tayeb, CEO, eTeacher Group, longevitylifeacademy.com.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PLACEMENT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235440" y="777240"/>
            <a:ext cx="2404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u="sng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page →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4059936"/>
          </a:xfrm>
          <a:prstGeom prst="rect">
            <a:avLst/>
          </a:prstGeom>
          <a:solidFill>
            <a:srgbClr val="15181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Julie Gibson Clark — Who Out-Aged Bryan Johnson at the Rejuvenation Olympics — Joins eTeacher’s Longevity Life Academy Faculty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barchart.com  ·  Story ID 3429825  ·  Published 23 July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0690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 serves market data, futures and equities coverage to retail and professional traders. The page returns HTTP 200 and resolves normally in a browser; its CDN blocks automated screenshot clients, so the headline is reproduced here verbatim rather than captured.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742432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barchart.com — market-data and futures platform. Page verified HTTP 200 on 27 July 2026.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Syndication footprint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499-link Round 1 bundle actually contains, counted line by line.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7251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SEGMENT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DOMAINS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IS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national outlets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 News, Barchart, StreetInsider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FinancialContent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markets.financialcontent.com syndication endpoints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affiliate finance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WKOW, WQOW, KTIV, KVOA, WAOW, WGEM, WREX, WSIL, WVVA, KBJR, KTTC, KWWL and others — real ABC / NBC / CBS station domains, finance-widget 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newspapers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Salisbury Post, Winchester Sun, Ironton Tribune, Farmville Herald, Charlotte Gazette, Smithfield Times, Demopolis Times, Pawtucket Times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syndication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 and filler domains with no editorial brand recognition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full link export from the PRNow distribution report for submission 9G4BYEY, counted 27 July 2026.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live — stated plainly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coverage table above can be read without a footnote.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66111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OUTLET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171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DETAIL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E0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Yahoo Finance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submission GLSYUK7 on the Advanced V2 plan. No public URL yet.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Insider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submission GLSYUK7. No public URL yet.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purchased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separately at $99. No order has been placed.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 22 July 2026 — the release scored below the required editorial threshold. Credits were refunded. Not resubmitted.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35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slide is counted as coverage anywhere else in this deck.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E0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1 + Round 2, verified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D6D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direct article URLs live across AP News, the USA TODAY Network, StreetInsider, Barchart, FinancialContent and MarketersMEDIA — inside a 499-link syndication bundle.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297680"/>
            <a:ext cx="3840480" cy="0"/>
          </a:xfrm>
          <a:prstGeom prst="line">
            <a:avLst/>
          </a:prstGeom>
          <a:noFill/>
          <a:ln w="12700">
            <a:solidFill>
              <a:srgbClr val="6A6E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526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contact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Tayeb, CEO, eTeacher Group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omri.gitter@eteachergroup.com  ·  +1-888-230-5110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https://www.longevitylifeacademy.com/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2026-07-27T05:36:34Z</dcterms:created>
  <dcterms:modified xsi:type="dcterms:W3CDTF">2026-07-27T05:36:34Z</dcterms:modified>
</cp:coreProperties>
</file>